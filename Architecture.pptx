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18D3-B0EF-B05F-2E50-849E62907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6E9E5-A24C-E4F6-EB32-2D11959BB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8AF43-6D87-AE1A-BF60-069D6017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D36B0-9885-8393-73DC-68AA036C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13CC7-C006-4CE1-2843-14CE6044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E22C-21BB-4DF8-F499-199E11BE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7ED8-FE16-A83F-3BC2-A613169AA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D5EB-48B8-4991-F7F2-58B4968A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67405-F196-28C2-3773-68092358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53A-5C85-0450-12A6-F903BBD8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3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C50F-EA6B-AAD5-D7FD-731691F9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C3A7E-95EC-0C1E-5965-02765D7D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B2A86-CF93-A553-FB7B-7859D755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F7943-E7A4-E59B-8D43-8B8A6850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E7D72-457D-29D0-6DB5-595021E5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7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8829-6EC8-FC8D-0A0F-7C45A67B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1DA6-4715-5A2F-090B-51A512937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C9989-3236-FB18-2D27-A690E77D1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190CA-93F4-3930-A1F0-E09C5F06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9C37D-3E88-AE4C-B790-CE2D4183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2D30D-C3ED-F176-6F64-22C787BA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0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F4D2-D28B-26D1-1BAC-3468FE0C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1EA5E-03A2-1F68-7E69-69B622724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D8146-39FA-203C-AED2-B48F36615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25D76-44C4-8953-56F2-A09CB22D6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9E30A-4EA6-5DD7-5B26-001C0D6BD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236F4-F079-0754-8237-5169CE1F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0ACBB-0E26-540C-A259-E863CCCA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A35ED-C3DD-8E07-4E64-791A24CD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5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6D9E-AAA3-E8AF-6F10-E027897F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151AE-21CE-6F1A-011A-DCF67078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82BAD-52D6-B4F2-F9C5-D63C0D74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2C49B-005A-C19F-B4A2-B05FB449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9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32F4-B6E3-9359-290F-ED370D25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C86D0-B773-696C-FFA9-D768C96B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4A21-D634-1EA2-5F64-F6A00AB7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0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C851-0D98-0649-5977-BE41B136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CD7B-DEC1-A947-0564-3CD70B79E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5B215-E158-274F-D7B9-9D6E1B5D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8D70-B091-3EC1-EC4D-2C7D830A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48AC-BCC1-EED1-9CE1-E4A9AF4D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35E6E-7C12-EB72-446B-841A7938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1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2387-1743-5E69-1E62-C72237FB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C41CA-9CCA-6C2D-C560-DAED3EB6C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F2262-FB93-5869-15D1-BE0B0F960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53A46-FA5E-8142-C3B5-51FC8302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0F368-BFE3-EA1C-392F-23148409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03777-046E-9795-3169-73A9C34C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7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DF2A-F5E3-0A1E-1B5D-FE606590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AF7A1-8A9A-1843-B11B-8AAF01EB5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CDC0-86FF-83E0-B947-8ECE0BE8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7D57B-FBAA-FDDC-C419-A84C4006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F6247-DAF6-DCC3-AF81-8D8D4B58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1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A3DA5-8363-9E22-CFE3-DCE948893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DC9BF-1093-3064-E940-CA16480D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B4EEF-0FEE-E9BE-B3A8-E0CF914D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8085-E52B-AA24-19C6-EA198080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1759-A31E-3065-708C-738E492A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6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31710-8701-641A-B32C-FA3405E7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72015-35FD-1B06-BE91-4D91AE01C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F5F2-5FC9-15D5-EAD1-B310E6DDE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A348B-D159-46F1-8E1D-F993D5AB9FE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4066-CBF6-3962-E72A-21EB9B200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7AA6A-9838-2D76-C3BF-45423D399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87123-6782-4A87-9B6A-329292FEC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3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C84559-049F-A784-51D9-952F212E6E48}"/>
              </a:ext>
            </a:extLst>
          </p:cNvPr>
          <p:cNvCxnSpPr/>
          <p:nvPr/>
        </p:nvCxnSpPr>
        <p:spPr>
          <a:xfrm>
            <a:off x="0" y="5257800"/>
            <a:ext cx="12192000" cy="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992CEA-E7A4-E092-0945-28A3608A9A21}"/>
              </a:ext>
            </a:extLst>
          </p:cNvPr>
          <p:cNvCxnSpPr/>
          <p:nvPr/>
        </p:nvCxnSpPr>
        <p:spPr>
          <a:xfrm>
            <a:off x="0" y="1600199"/>
            <a:ext cx="12192000" cy="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4353E2-3699-9B60-F141-D27908A32D28}"/>
              </a:ext>
            </a:extLst>
          </p:cNvPr>
          <p:cNvSpPr txBox="1"/>
          <p:nvPr/>
        </p:nvSpPr>
        <p:spPr>
          <a:xfrm>
            <a:off x="7918" y="5964452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4719D-62DE-BCF8-D2C8-70B98203E7F0}"/>
              </a:ext>
            </a:extLst>
          </p:cNvPr>
          <p:cNvSpPr txBox="1"/>
          <p:nvPr/>
        </p:nvSpPr>
        <p:spPr>
          <a:xfrm>
            <a:off x="0" y="319816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BA2EA-75F1-C0E4-DC64-6F996D70EDEA}"/>
              </a:ext>
            </a:extLst>
          </p:cNvPr>
          <p:cNvSpPr txBox="1"/>
          <p:nvPr/>
        </p:nvSpPr>
        <p:spPr>
          <a:xfrm>
            <a:off x="7918" y="431883"/>
            <a:ext cx="5437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</a:p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269D64-942C-A295-446D-1171EE290E2F}"/>
              </a:ext>
            </a:extLst>
          </p:cNvPr>
          <p:cNvSpPr/>
          <p:nvPr/>
        </p:nvSpPr>
        <p:spPr>
          <a:xfrm>
            <a:off x="1536570" y="5429839"/>
            <a:ext cx="1828800" cy="1272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4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Nhom Nt</dc:creator>
  <cp:lastModifiedBy>Nhom Nt</cp:lastModifiedBy>
  <cp:revision>3</cp:revision>
  <dcterms:created xsi:type="dcterms:W3CDTF">2026-05-12T04:09:05Z</dcterms:created>
  <dcterms:modified xsi:type="dcterms:W3CDTF">2026-05-12T07:59:57Z</dcterms:modified>
</cp:coreProperties>
</file>